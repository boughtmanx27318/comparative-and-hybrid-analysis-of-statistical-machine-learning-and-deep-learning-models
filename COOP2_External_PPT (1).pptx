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4698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and Hybrid Analysis of Statistical Machine Learning and Deep Learning Models</a:t>
            </a:r>
          </a:p>
          <a:p>
            <a:pPr algn="ctr">
              <a:spcBef>
                <a:spcPts val="400"/>
              </a:spcBef>
            </a:pPr>
            <a:r>
              <a:rPr lang="en-IN" dirty="0"/>
              <a:t>Devashish Singh Thapa¹,Aditya Singh²,Nitasha</a:t>
            </a:r>
            <a:r>
              <a:rPr lang="en-IN" baseline="30000" dirty="0"/>
              <a:t>3</a:t>
            </a:r>
            <a:endParaRPr lang="en-IN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2210990264,2210990073,2210991996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dirty="0"/>
              <a:t>Lekha Rani</a:t>
            </a:r>
            <a:r>
              <a:rPr lang="en-IN" sz="2000" baseline="30000" dirty="0"/>
              <a:t>4</a:t>
            </a:r>
            <a:r>
              <a:rPr lang="en-IN" sz="2000" dirty="0"/>
              <a:t> ,Dr Gurpreet Singh</a:t>
            </a:r>
            <a:r>
              <a:rPr lang="en-IN" sz="2000" baseline="30000" dirty="0"/>
              <a:t>5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&lt;Text Times New Roman&gt;</a:t>
            </a: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8DBC1-037F-453B-DC1F-3286641F6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721"/>
            <a:ext cx="9143978" cy="58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ACCA5B-6EE7-B225-F799-5D5932496989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A12B9-26A3-EF39-2264-BE49E3A72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575"/>
            <a:ext cx="9144000" cy="582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4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1E4027-63BD-7B44-4AD1-6BCF5DD8E55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9657B-F742-C676-315F-4F9BDEBBE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" y="914040"/>
            <a:ext cx="9116697" cy="579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8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5983F6-4DF1-E617-605F-A2F731352E01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D809D5-2557-E811-0B1F-279135259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581"/>
            <a:ext cx="9144000" cy="5968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134A0-2E7C-3107-9198-71C1800F8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460" y="1950643"/>
            <a:ext cx="3895980" cy="412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1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165A64-F37A-2261-8A00-D2C13D844D1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CE141-4910-6F06-1734-DC659B7D4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" y="835742"/>
            <a:ext cx="9135750" cy="581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3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415DE2-4294-4020-4D91-478A7569FE9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629C0-1BFA-9D79-202E-31731C0CA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911"/>
            <a:ext cx="9144000" cy="590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87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D6F4FC-F4A0-6AE5-E7A8-D46EE85AA4F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B9C26-D7D3-9D94-9B9E-8D8CF33D1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078"/>
            <a:ext cx="9144000" cy="583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05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BE56D9-4EA9-FB78-46D0-24BC64BDC5C5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FB318-E878-D6F0-4FFB-646D8198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490" y="835743"/>
            <a:ext cx="9232490" cy="590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95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051BA3-E468-FB81-E2CE-97231534E1D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CFE73-8E1A-49DE-D2B3-9A803BFD7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25910"/>
            <a:ext cx="9139875" cy="586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61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011D00-5AC5-88D2-14CE-A738A1398E4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C9F4D-009A-BB00-F68A-7BEA67F7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910"/>
            <a:ext cx="9144000" cy="589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45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34721</TotalTime>
  <Words>79</Words>
  <Application>Microsoft Office PowerPoint</Application>
  <PresentationFormat>On-screen Show (4:3)</PresentationFormat>
  <Paragraphs>25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Devashish Thapa</cp:lastModifiedBy>
  <cp:revision>2301</cp:revision>
  <dcterms:created xsi:type="dcterms:W3CDTF">2010-04-09T07:36:15Z</dcterms:created>
  <dcterms:modified xsi:type="dcterms:W3CDTF">2026-05-03T12:33:10Z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